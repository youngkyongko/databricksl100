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4"/>
    <p:sldMasterId id="2147483714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DM Sans Medium"/>
      <p:regular r:id="rId8"/>
      <p:bold r:id="rId9"/>
      <p:italic r:id="rId10"/>
      <p:boldItalic r:id="rId11"/>
    </p:embeddedFont>
    <p:embeddedFont>
      <p:font typeface="Barlow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DMSa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DMSansMedium-regular.fntdata"/><Relationship Id="rId11" Type="http://schemas.openxmlformats.org/officeDocument/2006/relationships/font" Target="fonts/DMSansMedium-boldItalic.fntdata"/><Relationship Id="rId10" Type="http://schemas.openxmlformats.org/officeDocument/2006/relationships/font" Target="fonts/DMSansMedium-italic.fntdata"/><Relationship Id="rId13" Type="http://schemas.openxmlformats.org/officeDocument/2006/relationships/font" Target="fonts/Barlow-bold.fntdata"/><Relationship Id="rId12" Type="http://schemas.openxmlformats.org/officeDocument/2006/relationships/font" Target="fonts/Barlow-regular.fntdata"/><Relationship Id="rId15" Type="http://schemas.openxmlformats.org/officeDocument/2006/relationships/font" Target="fonts/Barlow-boldItalic.fntdata"/><Relationship Id="rId14" Type="http://schemas.openxmlformats.org/officeDocument/2006/relationships/font" Target="fonts/Barlow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19" Type="http://schemas.openxmlformats.org/officeDocument/2006/relationships/font" Target="fonts/DMSans-boldItalic.fntdata"/><Relationship Id="rId18" Type="http://schemas.openxmlformats.org/officeDocument/2006/relationships/font" Target="fonts/DM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9b62b3904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9b62b3904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5734" y="1189435"/>
            <a:ext cx="84450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▪"/>
              <a:defRPr/>
            </a:lvl1pPr>
            <a:lvl2pPr indent="-2921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345734" y="1189435"/>
            <a:ext cx="84450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302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>
                <a:solidFill>
                  <a:schemeClr val="lt1"/>
                </a:solidFill>
              </a:defRPr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lt1"/>
                </a:solidFill>
              </a:defRPr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6616" y="4761292"/>
            <a:ext cx="1001269" cy="15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" showMasterSp="0">
  <p:cSld name="Title Dark">
    <p:bg>
      <p:bgPr>
        <a:solidFill>
          <a:schemeClr val="accen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01" showMasterSp="0" type="titleOnly">
  <p:cSld name="TITLE_ONLY">
    <p:bg>
      <p:bgPr>
        <a:solidFill>
          <a:schemeClr val="accent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black, holding, white&#10;&#10;Description automatically generated" id="65" name="Google Shape;6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7" name="Google Shape;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accen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black, holding, white&#10;&#10;Description automatically generated" id="69" name="Google Shape;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/>
          <p:nvPr>
            <p:ph type="ctrTitle"/>
          </p:nvPr>
        </p:nvSpPr>
        <p:spPr>
          <a:xfrm>
            <a:off x="345735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Barlow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" type="subTitle"/>
          </p:nvPr>
        </p:nvSpPr>
        <p:spPr>
          <a:xfrm>
            <a:off x="345735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5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13"/>
              <a:buNone/>
              <a:defRPr sz="1350"/>
            </a:lvl3pPr>
            <a:lvl4pPr lvl="3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72" name="Google Shape;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 showMasterSp="0">
  <p:cSld name="Blank Dark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 type="obj">
  <p:cSld name="OBJEC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45737" y="1189436"/>
            <a:ext cx="84450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▪"/>
              <a:defRPr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lt1"/>
                </a:solidFill>
              </a:defRPr>
            </a:lvl2pPr>
            <a:lvl3pPr indent="-323850" lvl="2" marL="1371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>
                <a:solidFill>
                  <a:schemeClr val="lt1"/>
                </a:solidFill>
              </a:defRPr>
            </a:lvl3pPr>
            <a:lvl4pPr indent="-311150" lvl="3" marL="1828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00"/>
              <a:buChar char="▪"/>
              <a:defRPr>
                <a:solidFill>
                  <a:schemeClr val="lt1"/>
                </a:solidFill>
              </a:defRPr>
            </a:lvl4pPr>
            <a:lvl5pPr indent="-298450" lvl="4" marL="22860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>
                <a:solidFill>
                  <a:schemeClr val="lt1"/>
                </a:solidFill>
              </a:defRPr>
            </a:lvl5pPr>
            <a:lvl6pPr indent="-298450" lvl="5" marL="27432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>
                <a:solidFill>
                  <a:schemeClr val="lt1"/>
                </a:solidFill>
              </a:defRPr>
            </a:lvl6pPr>
            <a:lvl7pPr indent="-298450" lvl="6" marL="3200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>
                <a:solidFill>
                  <a:schemeClr val="lt1"/>
                </a:solidFill>
              </a:defRPr>
            </a:lvl7pPr>
            <a:lvl8pPr indent="-298450" lvl="7" marL="3657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>
                <a:solidFill>
                  <a:schemeClr val="l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pic>
        <p:nvPicPr>
          <p:cNvPr id="80" name="Google Shape;8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736" y="4761293"/>
            <a:ext cx="1019018" cy="15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345737" y="1189436"/>
            <a:ext cx="84450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▪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00"/>
              <a:buChar char="▪"/>
              <a:defRPr/>
            </a:lvl4pPr>
            <a:lvl5pPr indent="-298450" lvl="4" marL="22860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Content">
  <p:cSld name="Title, Sub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345725" y="1325875"/>
            <a:ext cx="85347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100"/>
              <a:buChar char="▪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/>
            </a:lvl3pPr>
            <a:lvl4pPr indent="-311150" lvl="3" marL="1828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00"/>
              <a:buChar char="▪"/>
              <a:defRPr/>
            </a:lvl4pPr>
            <a:lvl5pPr indent="-298450" lvl="4" marL="22860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2" type="subTitle"/>
          </p:nvPr>
        </p:nvSpPr>
        <p:spPr>
          <a:xfrm>
            <a:off x="345725" y="925925"/>
            <a:ext cx="8445000" cy="307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0" name="Google Shape;90;p24"/>
          <p:cNvCxnSpPr/>
          <p:nvPr/>
        </p:nvCxnSpPr>
        <p:spPr>
          <a:xfrm>
            <a:off x="4476584" y="1189435"/>
            <a:ext cx="0" cy="344280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45734" y="1710301"/>
            <a:ext cx="4049700" cy="29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▪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3048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9pPr>
          </a:lstStyle>
          <a:p/>
        </p:txBody>
      </p:sp>
      <p:sp>
        <p:nvSpPr>
          <p:cNvPr id="92" name="Google Shape;92;p24"/>
          <p:cNvSpPr txBox="1"/>
          <p:nvPr>
            <p:ph idx="2" type="subTitle"/>
          </p:nvPr>
        </p:nvSpPr>
        <p:spPr>
          <a:xfrm>
            <a:off x="345731" y="1260750"/>
            <a:ext cx="4024500" cy="3060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" name="Google Shape;93;p24"/>
          <p:cNvSpPr txBox="1"/>
          <p:nvPr>
            <p:ph idx="3" type="body"/>
          </p:nvPr>
        </p:nvSpPr>
        <p:spPr>
          <a:xfrm>
            <a:off x="4740941" y="1710301"/>
            <a:ext cx="4049700" cy="29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Char char="▪"/>
              <a:defRPr sz="1800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3048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9pPr>
          </a:lstStyle>
          <a:p/>
        </p:txBody>
      </p:sp>
      <p:sp>
        <p:nvSpPr>
          <p:cNvPr id="94" name="Google Shape;94;p24"/>
          <p:cNvSpPr txBox="1"/>
          <p:nvPr>
            <p:ph idx="4" type="subTitle"/>
          </p:nvPr>
        </p:nvSpPr>
        <p:spPr>
          <a:xfrm>
            <a:off x="4740938" y="1260750"/>
            <a:ext cx="4024500" cy="3060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">
  <p:cSld name="Three Colum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7" name="Google Shape;97;p25"/>
          <p:cNvCxnSpPr/>
          <p:nvPr/>
        </p:nvCxnSpPr>
        <p:spPr>
          <a:xfrm>
            <a:off x="5939624" y="1189435"/>
            <a:ext cx="0" cy="344280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25"/>
          <p:cNvCxnSpPr/>
          <p:nvPr/>
        </p:nvCxnSpPr>
        <p:spPr>
          <a:xfrm>
            <a:off x="3023483" y="1189435"/>
            <a:ext cx="0" cy="344280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45734" y="1711517"/>
            <a:ext cx="2605800" cy="29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9pPr>
          </a:lstStyle>
          <a:p/>
        </p:txBody>
      </p:sp>
      <p:sp>
        <p:nvSpPr>
          <p:cNvPr id="100" name="Google Shape;100;p25"/>
          <p:cNvSpPr txBox="1"/>
          <p:nvPr>
            <p:ph idx="2" type="subTitle"/>
          </p:nvPr>
        </p:nvSpPr>
        <p:spPr>
          <a:xfrm>
            <a:off x="345731" y="1092917"/>
            <a:ext cx="2605800" cy="668100"/>
          </a:xfrm>
          <a:prstGeom prst="rect">
            <a:avLst/>
          </a:prstGeom>
        </p:spPr>
        <p:txBody>
          <a:bodyPr anchorCtr="0" anchor="ctr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" name="Google Shape;101;p25"/>
          <p:cNvSpPr txBox="1"/>
          <p:nvPr>
            <p:ph idx="3" type="body"/>
          </p:nvPr>
        </p:nvSpPr>
        <p:spPr>
          <a:xfrm>
            <a:off x="3178531" y="1711517"/>
            <a:ext cx="2605800" cy="29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9pPr>
          </a:lstStyle>
          <a:p/>
        </p:txBody>
      </p:sp>
      <p:sp>
        <p:nvSpPr>
          <p:cNvPr id="102" name="Google Shape;102;p25"/>
          <p:cNvSpPr txBox="1"/>
          <p:nvPr>
            <p:ph idx="4" type="subTitle"/>
          </p:nvPr>
        </p:nvSpPr>
        <p:spPr>
          <a:xfrm>
            <a:off x="3178528" y="1092917"/>
            <a:ext cx="2605800" cy="668100"/>
          </a:xfrm>
          <a:prstGeom prst="rect">
            <a:avLst/>
          </a:prstGeom>
        </p:spPr>
        <p:txBody>
          <a:bodyPr anchorCtr="0" anchor="ctr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" name="Google Shape;103;p25"/>
          <p:cNvSpPr txBox="1"/>
          <p:nvPr>
            <p:ph idx="5" type="body"/>
          </p:nvPr>
        </p:nvSpPr>
        <p:spPr>
          <a:xfrm>
            <a:off x="6094756" y="1711517"/>
            <a:ext cx="2605800" cy="29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indent="-3048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Char char="▪"/>
              <a:defRPr sz="600"/>
            </a:lvl9pPr>
          </a:lstStyle>
          <a:p/>
        </p:txBody>
      </p:sp>
      <p:sp>
        <p:nvSpPr>
          <p:cNvPr id="104" name="Google Shape;104;p25"/>
          <p:cNvSpPr txBox="1"/>
          <p:nvPr>
            <p:ph idx="6" type="subTitle"/>
          </p:nvPr>
        </p:nvSpPr>
        <p:spPr>
          <a:xfrm>
            <a:off x="6094753" y="1092917"/>
            <a:ext cx="2605800" cy="668100"/>
          </a:xfrm>
          <a:prstGeom prst="rect">
            <a:avLst/>
          </a:prstGeom>
        </p:spPr>
        <p:txBody>
          <a:bodyPr anchorCtr="0" anchor="ctr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Box">
  <p:cSld name="Two Column Box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345737" y="1458269"/>
            <a:ext cx="4054200" cy="25686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68575" spcFirstLastPara="1" rIns="68575" wrap="square" tIns="45700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4736369" y="1458269"/>
            <a:ext cx="4054200" cy="25686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64431" y="1577210"/>
            <a:ext cx="3815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857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5pPr>
            <a:lvl6pPr indent="-2857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6pPr>
            <a:lvl7pPr indent="-2857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7pPr>
            <a:lvl8pPr indent="-2857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8pPr>
            <a:lvl9pPr indent="-2857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idx="2" type="body"/>
          </p:nvPr>
        </p:nvSpPr>
        <p:spPr>
          <a:xfrm>
            <a:off x="4859539" y="1578426"/>
            <a:ext cx="38154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857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5pPr>
            <a:lvl6pPr indent="-2857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6pPr>
            <a:lvl7pPr indent="-2857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7pPr>
            <a:lvl8pPr indent="-2857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8pPr>
            <a:lvl9pPr indent="-2857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6"/>
          <p:cNvSpPr txBox="1"/>
          <p:nvPr>
            <p:ph idx="3" type="subTitle"/>
          </p:nvPr>
        </p:nvSpPr>
        <p:spPr>
          <a:xfrm>
            <a:off x="345731" y="952726"/>
            <a:ext cx="40542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4" type="subTitle"/>
          </p:nvPr>
        </p:nvSpPr>
        <p:spPr>
          <a:xfrm>
            <a:off x="4736365" y="952726"/>
            <a:ext cx="40542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">
  <p:cSld name="Three Box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>
            <a:off x="345734" y="1458269"/>
            <a:ext cx="2541000" cy="25686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68575" spcFirstLastPara="1" rIns="68575" wrap="square" tIns="45700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7"/>
          <p:cNvSpPr/>
          <p:nvPr/>
        </p:nvSpPr>
        <p:spPr>
          <a:xfrm>
            <a:off x="3311777" y="1458269"/>
            <a:ext cx="2541000" cy="25686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7"/>
          <p:cNvSpPr/>
          <p:nvPr/>
        </p:nvSpPr>
        <p:spPr>
          <a:xfrm>
            <a:off x="6249659" y="1458269"/>
            <a:ext cx="2541000" cy="25686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64431" y="1577210"/>
            <a:ext cx="2308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5pPr>
            <a:lvl6pPr indent="-2794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6pPr>
            <a:lvl7pPr indent="-2794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7pPr>
            <a:lvl8pPr indent="-2794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8pPr>
            <a:lvl9pPr indent="-2794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2" type="body"/>
          </p:nvPr>
        </p:nvSpPr>
        <p:spPr>
          <a:xfrm>
            <a:off x="3434948" y="1578426"/>
            <a:ext cx="23085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730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5pPr>
            <a:lvl6pPr indent="-2794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6pPr>
            <a:lvl7pPr indent="-2794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7pPr>
            <a:lvl8pPr indent="-2794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8pPr>
            <a:lvl9pPr indent="-2794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3" type="body"/>
          </p:nvPr>
        </p:nvSpPr>
        <p:spPr>
          <a:xfrm>
            <a:off x="6372830" y="1578426"/>
            <a:ext cx="23085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730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5pPr>
            <a:lvl6pPr indent="-2794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6pPr>
            <a:lvl7pPr indent="-2794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7pPr>
            <a:lvl8pPr indent="-2794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8pPr>
            <a:lvl9pPr indent="-2794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4" type="subTitle"/>
          </p:nvPr>
        </p:nvSpPr>
        <p:spPr>
          <a:xfrm>
            <a:off x="345727" y="952725"/>
            <a:ext cx="25410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2" name="Google Shape;122;p27"/>
          <p:cNvSpPr txBox="1"/>
          <p:nvPr>
            <p:ph idx="5" type="subTitle"/>
          </p:nvPr>
        </p:nvSpPr>
        <p:spPr>
          <a:xfrm>
            <a:off x="3311771" y="952725"/>
            <a:ext cx="25410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6" type="subTitle"/>
          </p:nvPr>
        </p:nvSpPr>
        <p:spPr>
          <a:xfrm>
            <a:off x="6249671" y="952725"/>
            <a:ext cx="25410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ox">
  <p:cSld name="Four Box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/>
          <p:nvPr/>
        </p:nvSpPr>
        <p:spPr>
          <a:xfrm>
            <a:off x="345737" y="1458269"/>
            <a:ext cx="1835700" cy="25686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45700" lIns="68575" spcFirstLastPara="1" rIns="68575" wrap="square" tIns="45700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8"/>
          <p:cNvSpPr/>
          <p:nvPr/>
        </p:nvSpPr>
        <p:spPr>
          <a:xfrm>
            <a:off x="2548851" y="1458269"/>
            <a:ext cx="1835700" cy="25686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/>
          <p:nvPr/>
        </p:nvSpPr>
        <p:spPr>
          <a:xfrm>
            <a:off x="4751965" y="1458269"/>
            <a:ext cx="1835700" cy="25686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/>
          <p:nvPr/>
        </p:nvSpPr>
        <p:spPr>
          <a:xfrm>
            <a:off x="6955079" y="1458269"/>
            <a:ext cx="1835700" cy="25686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619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8"/>
          <p:cNvSpPr txBox="1"/>
          <p:nvPr>
            <p:ph idx="1" type="subTitle"/>
          </p:nvPr>
        </p:nvSpPr>
        <p:spPr>
          <a:xfrm>
            <a:off x="345726" y="952725"/>
            <a:ext cx="18357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2" type="subTitle"/>
          </p:nvPr>
        </p:nvSpPr>
        <p:spPr>
          <a:xfrm>
            <a:off x="2548849" y="952725"/>
            <a:ext cx="18357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2" name="Google Shape;132;p28"/>
          <p:cNvSpPr txBox="1"/>
          <p:nvPr>
            <p:ph idx="3" type="subTitle"/>
          </p:nvPr>
        </p:nvSpPr>
        <p:spPr>
          <a:xfrm>
            <a:off x="4751974" y="952725"/>
            <a:ext cx="18357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3" name="Google Shape;133;p28"/>
          <p:cNvSpPr txBox="1"/>
          <p:nvPr>
            <p:ph idx="4" type="subTitle"/>
          </p:nvPr>
        </p:nvSpPr>
        <p:spPr>
          <a:xfrm>
            <a:off x="6955099" y="952725"/>
            <a:ext cx="1835700" cy="473100"/>
          </a:xfrm>
          <a:prstGeom prst="rect">
            <a:avLst/>
          </a:prstGeom>
        </p:spPr>
        <p:txBody>
          <a:bodyPr anchorCtr="0" anchor="b" bIns="0" lIns="0" spcFirstLastPara="1" rIns="68575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5" type="body"/>
          </p:nvPr>
        </p:nvSpPr>
        <p:spPr>
          <a:xfrm>
            <a:off x="350131" y="1603685"/>
            <a:ext cx="1596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667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5pPr>
            <a:lvl6pPr indent="-2667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8"/>
          <p:cNvSpPr txBox="1"/>
          <p:nvPr>
            <p:ph idx="6" type="body"/>
          </p:nvPr>
        </p:nvSpPr>
        <p:spPr>
          <a:xfrm>
            <a:off x="2554737" y="1604901"/>
            <a:ext cx="15963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667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5pPr>
            <a:lvl6pPr indent="-2667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28"/>
          <p:cNvSpPr txBox="1"/>
          <p:nvPr>
            <p:ph idx="7" type="body"/>
          </p:nvPr>
        </p:nvSpPr>
        <p:spPr>
          <a:xfrm>
            <a:off x="4759343" y="1578426"/>
            <a:ext cx="15963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667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5pPr>
            <a:lvl6pPr indent="-2667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8" type="body"/>
          </p:nvPr>
        </p:nvSpPr>
        <p:spPr>
          <a:xfrm>
            <a:off x="6963949" y="1578426"/>
            <a:ext cx="15963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▪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▪"/>
              <a:defRPr sz="1200"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▪"/>
              <a:defRPr sz="1100">
                <a:solidFill>
                  <a:schemeClr val="lt1"/>
                </a:solidFill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900">
                <a:solidFill>
                  <a:schemeClr val="lt1"/>
                </a:solidFill>
              </a:defRPr>
            </a:lvl4pPr>
            <a:lvl5pPr indent="-2667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5pPr>
            <a:lvl6pPr indent="-2667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Char char="▪"/>
              <a:defRPr sz="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hite">
  <p:cSld name="Quote White">
    <p:bg>
      <p:bgPr>
        <a:solidFill>
          <a:srgbClr val="6CA6B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automatically generated" id="139" name="Google Shape;13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36" y="4761293"/>
            <a:ext cx="1019018" cy="1587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>
            <p:ph type="title"/>
          </p:nvPr>
        </p:nvSpPr>
        <p:spPr>
          <a:xfrm>
            <a:off x="344606" y="758925"/>
            <a:ext cx="4700400" cy="2276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2" name="Google Shape;142;p29"/>
          <p:cNvSpPr txBox="1"/>
          <p:nvPr>
            <p:ph idx="2" type="title"/>
          </p:nvPr>
        </p:nvSpPr>
        <p:spPr>
          <a:xfrm>
            <a:off x="348863" y="3096975"/>
            <a:ext cx="4706700" cy="563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02" showMasterSp="0">
  <p:cSld name="Headline 02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ight, black, large, white&#10;&#10;Description automatically generated" id="145" name="Google Shape;14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1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7" name="Google Shape;1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01" showMasterSp="0">
  <p:cSld name="1_Headline 01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oung person sitting in front of a computer&#10;&#10;Description automatically generated" id="149" name="Google Shape;14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50" name="Google Shape;1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2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2" name="Google Shape;15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Headline 01" showMasterSp="0">
  <p:cSld name="2_Headline 01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table using a computer&#10;&#10;Description automatically generated" id="154" name="Google Shape;154;p33"/>
          <p:cNvPicPr preferRelativeResize="0"/>
          <p:nvPr/>
        </p:nvPicPr>
        <p:blipFill rotWithShape="1">
          <a:blip r:embed="rId2">
            <a:alphaModFix/>
          </a:blip>
          <a:srcRect b="0" l="0" r="24115" t="0"/>
          <a:stretch/>
        </p:blipFill>
        <p:spPr>
          <a:xfrm>
            <a:off x="2205111" y="1"/>
            <a:ext cx="69388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55" name="Google Shape;1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7" name="Google Shape;1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Headline 01" showMasterSp="0">
  <p:cSld name="3_Headline 01"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sitting at a table using a computer&#10;&#10;Description automatically generated" id="159" name="Google Shape;159;p34"/>
          <p:cNvPicPr preferRelativeResize="0"/>
          <p:nvPr/>
        </p:nvPicPr>
        <p:blipFill rotWithShape="1">
          <a:blip r:embed="rId2">
            <a:alphaModFix/>
          </a:blip>
          <a:srcRect b="0" l="0" r="11535" t="0"/>
          <a:stretch/>
        </p:blipFill>
        <p:spPr>
          <a:xfrm>
            <a:off x="1055080" y="1"/>
            <a:ext cx="808892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60" name="Google Shape;1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4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2" name="Google Shape;16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04">
  <p:cSld name="Headline 0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automatically generated" id="164" name="Google Shape;164;p35"/>
          <p:cNvPicPr preferRelativeResize="0"/>
          <p:nvPr/>
        </p:nvPicPr>
        <p:blipFill rotWithShape="1">
          <a:blip r:embed="rId2">
            <a:alphaModFix amt="50000"/>
          </a:blip>
          <a:srcRect b="0" l="0" r="14273" t="0"/>
          <a:stretch/>
        </p:blipFill>
        <p:spPr>
          <a:xfrm>
            <a:off x="1304927" y="1"/>
            <a:ext cx="78390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5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rlow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Dark" showMasterSp="0">
  <p:cSld name="Quote Dark">
    <p:bg>
      <p:bgPr>
        <a:solidFill>
          <a:schemeClr val="accen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black, holding, white&#10;&#10;Description automatically generated" id="167" name="Google Shape;16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6"/>
          <p:cNvSpPr txBox="1"/>
          <p:nvPr>
            <p:ph type="title"/>
          </p:nvPr>
        </p:nvSpPr>
        <p:spPr>
          <a:xfrm>
            <a:off x="344606" y="758925"/>
            <a:ext cx="4700400" cy="2276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36"/>
          <p:cNvSpPr txBox="1"/>
          <p:nvPr>
            <p:ph idx="2" type="title"/>
          </p:nvPr>
        </p:nvSpPr>
        <p:spPr>
          <a:xfrm>
            <a:off x="348863" y="3096975"/>
            <a:ext cx="4706700" cy="563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Quote Dark" showMasterSp="0">
  <p:cSld name="1_Quote Dark">
    <p:bg>
      <p:bgPr>
        <a:solidFill>
          <a:schemeClr val="dk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red, woman, street, phone&#10;&#10;Description automatically generated" id="172" name="Google Shape;17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73" name="Google Shape;17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7"/>
          <p:cNvSpPr txBox="1"/>
          <p:nvPr>
            <p:ph type="title"/>
          </p:nvPr>
        </p:nvSpPr>
        <p:spPr>
          <a:xfrm>
            <a:off x="344606" y="758925"/>
            <a:ext cx="4700400" cy="2276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37"/>
          <p:cNvSpPr txBox="1"/>
          <p:nvPr>
            <p:ph idx="2" type="title"/>
          </p:nvPr>
        </p:nvSpPr>
        <p:spPr>
          <a:xfrm>
            <a:off x="348863" y="3096975"/>
            <a:ext cx="4706700" cy="563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Quote Dark" showMasterSp="0">
  <p:cSld name="2_Quote Dark"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camera, sitting, man, table&#10;&#10;Description automatically generated" id="178" name="Google Shape;178;p38"/>
          <p:cNvPicPr preferRelativeResize="0"/>
          <p:nvPr/>
        </p:nvPicPr>
        <p:blipFill rotWithShape="1">
          <a:blip r:embed="rId2">
            <a:alphaModFix/>
          </a:blip>
          <a:srcRect b="0" l="0" r="18705" t="0"/>
          <a:stretch/>
        </p:blipFill>
        <p:spPr>
          <a:xfrm>
            <a:off x="1710490" y="1"/>
            <a:ext cx="743351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79" name="Google Shape;1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8"/>
          <p:cNvSpPr txBox="1"/>
          <p:nvPr>
            <p:ph type="title"/>
          </p:nvPr>
        </p:nvSpPr>
        <p:spPr>
          <a:xfrm>
            <a:off x="344606" y="758925"/>
            <a:ext cx="4700400" cy="2276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38"/>
          <p:cNvSpPr txBox="1"/>
          <p:nvPr>
            <p:ph idx="2" type="title"/>
          </p:nvPr>
        </p:nvSpPr>
        <p:spPr>
          <a:xfrm>
            <a:off x="348863" y="3096975"/>
            <a:ext cx="4706700" cy="563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1" showMasterSp="0">
  <p:cSld name="Section Divider 01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building, light, traffic, white&#10;&#10;Description automatically generated" id="184" name="Google Shape;18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9"/>
          <p:cNvSpPr txBox="1"/>
          <p:nvPr>
            <p:ph type="title"/>
          </p:nvPr>
        </p:nvSpPr>
        <p:spPr>
          <a:xfrm>
            <a:off x="345737" y="2074667"/>
            <a:ext cx="816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36" y="4761295"/>
            <a:ext cx="1019018" cy="1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rate Theme" showMasterSp="0">
  <p:cSld name="Corporate Theme"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0403" y="2133691"/>
            <a:ext cx="4364184" cy="679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1"/>
          <p:cNvSpPr txBox="1"/>
          <p:nvPr>
            <p:ph idx="1" type="body"/>
          </p:nvPr>
        </p:nvSpPr>
        <p:spPr>
          <a:xfrm>
            <a:off x="254760" y="1286171"/>
            <a:ext cx="42387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Merriweather Sans"/>
              <a:buNone/>
              <a:defRPr b="1" i="0" sz="1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Merriweather Sans"/>
              <a:buNone/>
              <a:defRPr b="1" i="0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41"/>
          <p:cNvSpPr txBox="1"/>
          <p:nvPr>
            <p:ph idx="2" type="body"/>
          </p:nvPr>
        </p:nvSpPr>
        <p:spPr>
          <a:xfrm>
            <a:off x="4560360" y="1286171"/>
            <a:ext cx="4254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Merriweather Sans"/>
              <a:buNone/>
              <a:defRPr b="1" i="0" sz="1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Merriweather Sans"/>
              <a:buNone/>
              <a:defRPr b="1" i="0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41"/>
          <p:cNvSpPr txBox="1"/>
          <p:nvPr>
            <p:ph type="title"/>
          </p:nvPr>
        </p:nvSpPr>
        <p:spPr>
          <a:xfrm>
            <a:off x="254760" y="206375"/>
            <a:ext cx="8560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41"/>
          <p:cNvSpPr txBox="1"/>
          <p:nvPr>
            <p:ph idx="3" type="body"/>
          </p:nvPr>
        </p:nvSpPr>
        <p:spPr>
          <a:xfrm>
            <a:off x="4572000" y="1843144"/>
            <a:ext cx="42432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31469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erriweather Sans"/>
              <a:buChar char="–"/>
              <a:defRPr b="0" i="0" sz="1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99719" lvl="2" marL="1371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97180" lvl="3" marL="1828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080"/>
              <a:buFont typeface="Merriweather Sans"/>
              <a:buChar char="–"/>
              <a:defRPr b="0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41"/>
          <p:cNvSpPr txBox="1"/>
          <p:nvPr>
            <p:ph idx="4" type="body"/>
          </p:nvPr>
        </p:nvSpPr>
        <p:spPr>
          <a:xfrm>
            <a:off x="254760" y="1843144"/>
            <a:ext cx="4234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31469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erriweather Sans"/>
              <a:buChar char="–"/>
              <a:defRPr b="0" i="0" sz="1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99719" lvl="2" marL="1371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97180" lvl="3" marL="1828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080"/>
              <a:buFont typeface="Merriweather Sans"/>
              <a:buChar char="–"/>
              <a:defRPr b="0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95" name="Google Shape;19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9917" y="4840370"/>
            <a:ext cx="1050506" cy="17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 1" showMasterSp="0">
  <p:cSld name="Title and Content Dark">
    <p:bg>
      <p:bgPr>
        <a:solidFill>
          <a:schemeClr val="accen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42"/>
          <p:cNvSpPr txBox="1"/>
          <p:nvPr>
            <p:ph idx="1" type="body"/>
          </p:nvPr>
        </p:nvSpPr>
        <p:spPr>
          <a:xfrm>
            <a:off x="345734" y="1189435"/>
            <a:ext cx="84450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302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>
                <a:solidFill>
                  <a:schemeClr val="lt1"/>
                </a:solidFill>
              </a:defRPr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lt1"/>
                </a:solidFill>
              </a:defRPr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6616" y="4761292"/>
            <a:ext cx="1001269" cy="15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/ No Logo">
  <p:cSld name="Title Only w/ No Logo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43"/>
          <p:cNvSpPr/>
          <p:nvPr/>
        </p:nvSpPr>
        <p:spPr>
          <a:xfrm>
            <a:off x="212813" y="4638056"/>
            <a:ext cx="1225500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mage">
  <p:cSld name="One imag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4"/>
          <p:cNvSpPr txBox="1"/>
          <p:nvPr>
            <p:ph idx="10" type="dt"/>
          </p:nvPr>
        </p:nvSpPr>
        <p:spPr>
          <a:xfrm>
            <a:off x="3873756" y="4835194"/>
            <a:ext cx="2133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75" lIns="68750" spcFirstLastPara="1" rIns="68750" wrap="square" tIns="343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05" name="Google Shape;205;p44"/>
          <p:cNvSpPr txBox="1"/>
          <p:nvPr>
            <p:ph type="title"/>
          </p:nvPr>
        </p:nvSpPr>
        <p:spPr>
          <a:xfrm>
            <a:off x="277437" y="342547"/>
            <a:ext cx="77781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750" spcFirstLastPara="1" rIns="68750" wrap="square" tIns="3437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4"/>
          <p:cNvSpPr txBox="1"/>
          <p:nvPr>
            <p:ph idx="11" type="ftr"/>
          </p:nvPr>
        </p:nvSpPr>
        <p:spPr>
          <a:xfrm>
            <a:off x="293709" y="4835194"/>
            <a:ext cx="2895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75" lIns="68750" spcFirstLastPara="1" rIns="68750" wrap="square" tIns="343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07" name="Google Shape;207;p44"/>
          <p:cNvSpPr/>
          <p:nvPr>
            <p:ph idx="2" type="pic"/>
          </p:nvPr>
        </p:nvSpPr>
        <p:spPr>
          <a:xfrm>
            <a:off x="359412" y="1105335"/>
            <a:ext cx="79251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750" spcFirstLastPara="1" rIns="68750" wrap="square" tIns="34375">
            <a:noAutofit/>
          </a:bodyPr>
          <a:lstStyle>
            <a:lvl1pPr lvl="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44"/>
          <p:cNvSpPr txBox="1"/>
          <p:nvPr>
            <p:ph idx="12" type="sldNum"/>
          </p:nvPr>
        </p:nvSpPr>
        <p:spPr>
          <a:xfrm>
            <a:off x="6935308" y="4827801"/>
            <a:ext cx="2133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75" lIns="68750" spcFirstLastPara="1" rIns="68750" wrap="square" tIns="343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 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5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11" name="Google Shape;211;p45"/>
          <p:cNvSpPr txBox="1"/>
          <p:nvPr>
            <p:ph idx="1" type="body"/>
          </p:nvPr>
        </p:nvSpPr>
        <p:spPr>
          <a:xfrm>
            <a:off x="345410" y="1175657"/>
            <a:ext cx="8445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Content">
  <p:cSld name="Title, Subtitle and Content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6"/>
          <p:cNvSpPr txBox="1"/>
          <p:nvPr>
            <p:ph type="title"/>
          </p:nvPr>
        </p:nvSpPr>
        <p:spPr>
          <a:xfrm>
            <a:off x="345734" y="138709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14" name="Google Shape;214;p46"/>
          <p:cNvSpPr txBox="1"/>
          <p:nvPr>
            <p:ph idx="1" type="body"/>
          </p:nvPr>
        </p:nvSpPr>
        <p:spPr>
          <a:xfrm>
            <a:off x="345281" y="882849"/>
            <a:ext cx="84531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215" name="Google Shape;215;p46"/>
          <p:cNvSpPr txBox="1"/>
          <p:nvPr>
            <p:ph idx="2" type="body"/>
          </p:nvPr>
        </p:nvSpPr>
        <p:spPr>
          <a:xfrm>
            <a:off x="345281" y="1546548"/>
            <a:ext cx="84450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Box">
  <p:cSld name="Two Column Box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7"/>
          <p:cNvSpPr/>
          <p:nvPr/>
        </p:nvSpPr>
        <p:spPr>
          <a:xfrm>
            <a:off x="345733" y="1458265"/>
            <a:ext cx="4054200" cy="25686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7"/>
          <p:cNvSpPr/>
          <p:nvPr/>
        </p:nvSpPr>
        <p:spPr>
          <a:xfrm>
            <a:off x="4736365" y="1458265"/>
            <a:ext cx="4054200" cy="25686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7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0" name="Google Shape;220;p47"/>
          <p:cNvSpPr txBox="1"/>
          <p:nvPr>
            <p:ph idx="1" type="body"/>
          </p:nvPr>
        </p:nvSpPr>
        <p:spPr>
          <a:xfrm>
            <a:off x="464431" y="1577210"/>
            <a:ext cx="3815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▪"/>
              <a:defRPr sz="1400"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1100">
                <a:solidFill>
                  <a:schemeClr val="lt1"/>
                </a:solidFill>
              </a:defRPr>
            </a:lvl3pPr>
            <a:lvl4pPr indent="-2730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4pPr>
            <a:lvl5pPr indent="-2730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221" name="Google Shape;221;p47"/>
          <p:cNvSpPr txBox="1"/>
          <p:nvPr>
            <p:ph idx="2" type="body"/>
          </p:nvPr>
        </p:nvSpPr>
        <p:spPr>
          <a:xfrm>
            <a:off x="4859539" y="1578426"/>
            <a:ext cx="38151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▪"/>
              <a:defRPr sz="1400"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1100">
                <a:solidFill>
                  <a:schemeClr val="lt1"/>
                </a:solidFill>
              </a:defRPr>
            </a:lvl3pPr>
            <a:lvl4pPr indent="-2730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4pPr>
            <a:lvl5pPr indent="-2730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222" name="Google Shape;222;p47"/>
          <p:cNvSpPr txBox="1"/>
          <p:nvPr>
            <p:ph idx="3" type="body"/>
          </p:nvPr>
        </p:nvSpPr>
        <p:spPr>
          <a:xfrm>
            <a:off x="4740842" y="1085075"/>
            <a:ext cx="4050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accent3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3" name="Google Shape;223;p47"/>
          <p:cNvSpPr txBox="1"/>
          <p:nvPr>
            <p:ph idx="4" type="body"/>
          </p:nvPr>
        </p:nvSpPr>
        <p:spPr>
          <a:xfrm>
            <a:off x="345733" y="1085075"/>
            <a:ext cx="4050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accent3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">
  <p:cSld name="Three Box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8"/>
          <p:cNvSpPr/>
          <p:nvPr/>
        </p:nvSpPr>
        <p:spPr>
          <a:xfrm>
            <a:off x="345734" y="1458265"/>
            <a:ext cx="2541000" cy="25686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/>
          <p:nvPr/>
        </p:nvSpPr>
        <p:spPr>
          <a:xfrm>
            <a:off x="3311776" y="1458265"/>
            <a:ext cx="2541000" cy="25686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8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8" name="Google Shape;228;p48"/>
          <p:cNvSpPr txBox="1"/>
          <p:nvPr>
            <p:ph idx="1" type="body"/>
          </p:nvPr>
        </p:nvSpPr>
        <p:spPr>
          <a:xfrm>
            <a:off x="464431" y="1577210"/>
            <a:ext cx="2308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▪"/>
              <a:defRPr sz="1400">
                <a:solidFill>
                  <a:schemeClr val="lt1"/>
                </a:solidFill>
              </a:defRPr>
            </a:lvl1pPr>
            <a:lvl2pPr indent="-2857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Char char="▪"/>
              <a:defRPr sz="1100">
                <a:solidFill>
                  <a:schemeClr val="lt1"/>
                </a:solidFill>
              </a:defRPr>
            </a:lvl3pPr>
            <a:lvl4pPr indent="-2730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4pPr>
            <a:lvl5pPr indent="-2730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▪"/>
              <a:defRPr sz="900"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229" name="Google Shape;229;p48"/>
          <p:cNvSpPr txBox="1"/>
          <p:nvPr>
            <p:ph idx="2" type="body"/>
          </p:nvPr>
        </p:nvSpPr>
        <p:spPr>
          <a:xfrm>
            <a:off x="3434948" y="1578426"/>
            <a:ext cx="23085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lt1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0" name="Google Shape;230;p48"/>
          <p:cNvSpPr txBox="1"/>
          <p:nvPr>
            <p:ph idx="3" type="body"/>
          </p:nvPr>
        </p:nvSpPr>
        <p:spPr>
          <a:xfrm>
            <a:off x="3316252" y="1085075"/>
            <a:ext cx="2538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accent3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1" name="Google Shape;231;p48"/>
          <p:cNvSpPr txBox="1"/>
          <p:nvPr>
            <p:ph idx="4" type="body"/>
          </p:nvPr>
        </p:nvSpPr>
        <p:spPr>
          <a:xfrm>
            <a:off x="345734" y="1085075"/>
            <a:ext cx="2538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accent3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2" name="Google Shape;232;p48"/>
          <p:cNvSpPr/>
          <p:nvPr/>
        </p:nvSpPr>
        <p:spPr>
          <a:xfrm>
            <a:off x="6249658" y="1458265"/>
            <a:ext cx="2541000" cy="25686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38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8"/>
          <p:cNvSpPr txBox="1"/>
          <p:nvPr>
            <p:ph idx="5" type="body"/>
          </p:nvPr>
        </p:nvSpPr>
        <p:spPr>
          <a:xfrm>
            <a:off x="6372830" y="1578426"/>
            <a:ext cx="23085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lt1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4" name="Google Shape;234;p48"/>
          <p:cNvSpPr txBox="1"/>
          <p:nvPr>
            <p:ph idx="6" type="body"/>
          </p:nvPr>
        </p:nvSpPr>
        <p:spPr>
          <a:xfrm>
            <a:off x="6254135" y="1085075"/>
            <a:ext cx="2538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400">
                <a:solidFill>
                  <a:schemeClr val="accent3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7" name="Google Shape;237;p49"/>
          <p:cNvSpPr txBox="1"/>
          <p:nvPr>
            <p:ph idx="1" type="body"/>
          </p:nvPr>
        </p:nvSpPr>
        <p:spPr>
          <a:xfrm>
            <a:off x="345734" y="1710301"/>
            <a:ext cx="40500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800"/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 sz="1400"/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▪"/>
              <a:defRPr sz="1200"/>
            </a:lvl4pPr>
            <a:lvl5pPr indent="-2857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▪"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238" name="Google Shape;238;p49"/>
          <p:cNvSpPr txBox="1"/>
          <p:nvPr>
            <p:ph idx="2" type="body"/>
          </p:nvPr>
        </p:nvSpPr>
        <p:spPr>
          <a:xfrm>
            <a:off x="4740842" y="1711519"/>
            <a:ext cx="40500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800"/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 sz="1400"/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▪"/>
              <a:defRPr sz="1200"/>
            </a:lvl4pPr>
            <a:lvl5pPr indent="-2857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▪"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cxnSp>
        <p:nvCxnSpPr>
          <p:cNvPr id="239" name="Google Shape;239;p49"/>
          <p:cNvCxnSpPr/>
          <p:nvPr/>
        </p:nvCxnSpPr>
        <p:spPr>
          <a:xfrm>
            <a:off x="4476584" y="1189435"/>
            <a:ext cx="0" cy="344280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" name="Google Shape;240;p49"/>
          <p:cNvSpPr txBox="1"/>
          <p:nvPr>
            <p:ph idx="3" type="body"/>
          </p:nvPr>
        </p:nvSpPr>
        <p:spPr>
          <a:xfrm>
            <a:off x="4740842" y="1190651"/>
            <a:ext cx="4050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800">
                <a:solidFill>
                  <a:schemeClr val="accent3"/>
                </a:solidFill>
              </a:defRPr>
            </a:lvl1pPr>
            <a:lvl2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41" name="Google Shape;241;p49"/>
          <p:cNvSpPr txBox="1"/>
          <p:nvPr>
            <p:ph idx="4" type="body"/>
          </p:nvPr>
        </p:nvSpPr>
        <p:spPr>
          <a:xfrm>
            <a:off x="345733" y="1190651"/>
            <a:ext cx="4050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21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 sz="1100"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 sz="1100"/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 sz="1100"/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itle Slide A - Dark">
  <p:cSld name="TITLE_1"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0"/>
          <p:cNvSpPr txBox="1"/>
          <p:nvPr>
            <p:ph type="ctrTitle"/>
          </p:nvPr>
        </p:nvSpPr>
        <p:spPr>
          <a:xfrm>
            <a:off x="571493" y="890231"/>
            <a:ext cx="4000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" type="subTitle"/>
          </p:nvPr>
        </p:nvSpPr>
        <p:spPr>
          <a:xfrm>
            <a:off x="571500" y="2876550"/>
            <a:ext cx="46287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45" name="Google Shape;24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500" y="457205"/>
            <a:ext cx="1918698" cy="3052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50"/>
          <p:cNvCxnSpPr/>
          <p:nvPr/>
        </p:nvCxnSpPr>
        <p:spPr>
          <a:xfrm>
            <a:off x="571500" y="4212950"/>
            <a:ext cx="4203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50"/>
          <p:cNvSpPr txBox="1"/>
          <p:nvPr>
            <p:ph idx="2" type="subTitle"/>
          </p:nvPr>
        </p:nvSpPr>
        <p:spPr>
          <a:xfrm>
            <a:off x="571500" y="4317000"/>
            <a:ext cx="3947700" cy="369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 rtl="0"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375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375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8" name="Google Shape;248;p50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9" name="Google Shape;24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697" y="456103"/>
            <a:ext cx="4238246" cy="4231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Blank">
  <p:cSld name="OBJECT_2_1_1_2_1_1_1_3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1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buNone/>
              <a:defRPr sz="1100"/>
            </a:lvl1pPr>
            <a:lvl2pPr lvl="1" rtl="0">
              <a:buNone/>
              <a:defRPr sz="1100"/>
            </a:lvl2pPr>
            <a:lvl3pPr lvl="2" rtl="0">
              <a:buNone/>
              <a:defRPr sz="1100"/>
            </a:lvl3pPr>
            <a:lvl4pPr lvl="3" rtl="0">
              <a:buNone/>
              <a:defRPr sz="1100"/>
            </a:lvl4pPr>
            <a:lvl5pPr lvl="4" rtl="0">
              <a:buNone/>
              <a:defRPr sz="1100"/>
            </a:lvl5pPr>
            <a:lvl6pPr lvl="5" rtl="0">
              <a:buNone/>
              <a:defRPr sz="1100"/>
            </a:lvl6pPr>
            <a:lvl7pPr lvl="6" rtl="0">
              <a:buNone/>
              <a:defRPr sz="1100"/>
            </a:lvl7pPr>
            <a:lvl8pPr lvl="7" rtl="0">
              <a:buNone/>
              <a:defRPr sz="1100"/>
            </a:lvl8pPr>
            <a:lvl9pPr lvl="8" rtl="0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51"/>
          <p:cNvSpPr/>
          <p:nvPr/>
        </p:nvSpPr>
        <p:spPr>
          <a:xfrm>
            <a:off x="-19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Content D - Card Right">
  <p:cSld name="OBJECT_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2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55" name="Google Shape;255;p52"/>
          <p:cNvSpPr/>
          <p:nvPr/>
        </p:nvSpPr>
        <p:spPr>
          <a:xfrm>
            <a:off x="4519300" y="1369225"/>
            <a:ext cx="4167300" cy="331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2"/>
          <p:cNvSpPr txBox="1"/>
          <p:nvPr>
            <p:ph idx="1" type="body"/>
          </p:nvPr>
        </p:nvSpPr>
        <p:spPr>
          <a:xfrm>
            <a:off x="571500" y="1491625"/>
            <a:ext cx="32670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DM Sans"/>
              <a:buChar char="•"/>
              <a:defRPr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7" name="Google Shape;257;p52"/>
          <p:cNvSpPr txBox="1"/>
          <p:nvPr>
            <p:ph idx="2" type="body"/>
          </p:nvPr>
        </p:nvSpPr>
        <p:spPr>
          <a:xfrm>
            <a:off x="4624700" y="1491625"/>
            <a:ext cx="39339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DM Sans"/>
              <a:buChar char="•"/>
              <a:defRPr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52"/>
          <p:cNvSpPr txBox="1"/>
          <p:nvPr>
            <p:ph idx="3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 rtl="0">
              <a:spcBef>
                <a:spcPts val="750"/>
              </a:spcBef>
              <a:spcAft>
                <a:spcPts val="0"/>
              </a:spcAft>
              <a:buSzPts val="21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375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9" name="Google Shape;259;p52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">
  <p:cSld name="OBJECT_1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3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 Medium"/>
              <a:buNone/>
              <a:defRPr i="0" sz="3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62" name="Google Shape;262;p53"/>
          <p:cNvSpPr txBox="1"/>
          <p:nvPr>
            <p:ph idx="1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 rtl="0">
              <a:spcBef>
                <a:spcPts val="75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375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375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53"/>
          <p:cNvSpPr txBox="1"/>
          <p:nvPr>
            <p:ph idx="2" type="body"/>
          </p:nvPr>
        </p:nvSpPr>
        <p:spPr>
          <a:xfrm>
            <a:off x="571500" y="1491625"/>
            <a:ext cx="79965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M Sans"/>
              <a:buChar char="•"/>
              <a:defRPr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DM Sans"/>
              <a:buChar char="•"/>
              <a:defRPr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4" name="Google Shape;264;p53"/>
          <p:cNvSpPr txBox="1"/>
          <p:nvPr>
            <p:ph idx="12" type="sldNum"/>
          </p:nvPr>
        </p:nvSpPr>
        <p:spPr>
          <a:xfrm>
            <a:off x="8325335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5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4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7" name="Google Shape;267;p54"/>
          <p:cNvSpPr txBox="1"/>
          <p:nvPr>
            <p:ph idx="1" type="body"/>
          </p:nvPr>
        </p:nvSpPr>
        <p:spPr>
          <a:xfrm>
            <a:off x="345734" y="1189435"/>
            <a:ext cx="84450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▪"/>
              <a:defRPr/>
            </a:lvl1pPr>
            <a:lvl2pPr indent="-2921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OBJECT_26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5"/>
          <p:cNvSpPr txBox="1"/>
          <p:nvPr>
            <p:ph type="title"/>
          </p:nvPr>
        </p:nvSpPr>
        <p:spPr>
          <a:xfrm>
            <a:off x="562080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0" name="Google Shape;270;p55"/>
          <p:cNvSpPr txBox="1"/>
          <p:nvPr>
            <p:ph idx="1" type="body"/>
          </p:nvPr>
        </p:nvSpPr>
        <p:spPr>
          <a:xfrm>
            <a:off x="571506" y="1369225"/>
            <a:ext cx="7944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/>
            </a:lvl2pPr>
            <a:lvl3pPr indent="-3048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271" name="Google Shape;271;p55"/>
          <p:cNvSpPr txBox="1"/>
          <p:nvPr>
            <p:ph idx="10" type="dt"/>
          </p:nvPr>
        </p:nvSpPr>
        <p:spPr>
          <a:xfrm>
            <a:off x="0" y="0"/>
            <a:ext cx="22506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55"/>
          <p:cNvSpPr txBox="1"/>
          <p:nvPr>
            <p:ph idx="11" type="ftr"/>
          </p:nvPr>
        </p:nvSpPr>
        <p:spPr>
          <a:xfrm>
            <a:off x="0" y="0"/>
            <a:ext cx="22506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3" name="Google Shape;273;p55"/>
          <p:cNvSpPr txBox="1"/>
          <p:nvPr>
            <p:ph idx="12" type="sldNum"/>
          </p:nvPr>
        </p:nvSpPr>
        <p:spPr>
          <a:xfrm>
            <a:off x="8325420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 Only - Dark">
  <p:cSld name="Title &amp; Subtitle Only - Dark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6"/>
          <p:cNvSpPr txBox="1"/>
          <p:nvPr>
            <p:ph type="title"/>
          </p:nvPr>
        </p:nvSpPr>
        <p:spPr>
          <a:xfrm>
            <a:off x="548639" y="404622"/>
            <a:ext cx="8044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 Medium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6" name="Google Shape;276;p56"/>
          <p:cNvSpPr txBox="1"/>
          <p:nvPr>
            <p:ph idx="12" type="sldNum"/>
          </p:nvPr>
        </p:nvSpPr>
        <p:spPr>
          <a:xfrm>
            <a:off x="8047215" y="4862453"/>
            <a:ext cx="2742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56"/>
          <p:cNvSpPr txBox="1"/>
          <p:nvPr>
            <p:ph idx="1" type="body"/>
          </p:nvPr>
        </p:nvSpPr>
        <p:spPr>
          <a:xfrm>
            <a:off x="548639" y="884682"/>
            <a:ext cx="8044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4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7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0" name="Google Shape;280;p57"/>
          <p:cNvSpPr txBox="1"/>
          <p:nvPr>
            <p:ph idx="1" type="body"/>
          </p:nvPr>
        </p:nvSpPr>
        <p:spPr>
          <a:xfrm>
            <a:off x="345734" y="1189435"/>
            <a:ext cx="84450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▪"/>
              <a:defRPr/>
            </a:lvl1pPr>
            <a:lvl2pPr indent="-2921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6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8"/>
          <p:cNvSpPr txBox="1"/>
          <p:nvPr>
            <p:ph type="title"/>
          </p:nvPr>
        </p:nvSpPr>
        <p:spPr>
          <a:xfrm>
            <a:off x="345734" y="273844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3" name="Google Shape;283;p58"/>
          <p:cNvSpPr txBox="1"/>
          <p:nvPr>
            <p:ph idx="1" type="body"/>
          </p:nvPr>
        </p:nvSpPr>
        <p:spPr>
          <a:xfrm>
            <a:off x="345734" y="1189435"/>
            <a:ext cx="84450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92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▪"/>
              <a:defRPr/>
            </a:lvl1pPr>
            <a:lvl2pPr indent="-2921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 1">
  <p:cSld name="7 Content A - Basic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9"/>
          <p:cNvSpPr txBox="1"/>
          <p:nvPr>
            <p:ph idx="1" type="body"/>
          </p:nvPr>
        </p:nvSpPr>
        <p:spPr>
          <a:xfrm>
            <a:off x="571506" y="1491625"/>
            <a:ext cx="79965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"/>
              <a:buChar char="•"/>
              <a:defRPr i="0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DM Sans"/>
              <a:buChar char="•"/>
              <a:defRPr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59"/>
          <p:cNvSpPr txBox="1"/>
          <p:nvPr>
            <p:ph idx="12" type="sldNum"/>
          </p:nvPr>
        </p:nvSpPr>
        <p:spPr>
          <a:xfrm>
            <a:off x="8325420" y="4854975"/>
            <a:ext cx="243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59"/>
          <p:cNvSpPr txBox="1"/>
          <p:nvPr>
            <p:ph type="title"/>
          </p:nvPr>
        </p:nvSpPr>
        <p:spPr>
          <a:xfrm>
            <a:off x="562080" y="401699"/>
            <a:ext cx="78861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9"/>
          <p:cNvSpPr txBox="1"/>
          <p:nvPr>
            <p:ph idx="2" type="body"/>
          </p:nvPr>
        </p:nvSpPr>
        <p:spPr>
          <a:xfrm>
            <a:off x="561503" y="879242"/>
            <a:ext cx="79965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OBJECT_2_1_1_2_1_1_1_3_1">
    <p:bg>
      <p:bgPr>
        <a:solidFill>
          <a:schemeClr val="dk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0"/>
          <p:cNvSpPr txBox="1"/>
          <p:nvPr>
            <p:ph idx="12" type="sldNum"/>
          </p:nvPr>
        </p:nvSpPr>
        <p:spPr>
          <a:xfrm>
            <a:off x="8151970" y="4763726"/>
            <a:ext cx="500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rtl="0">
              <a:spcBef>
                <a:spcPts val="750"/>
              </a:spcBef>
              <a:spcAft>
                <a:spcPts val="0"/>
              </a:spcAft>
              <a:buSzPts val="2100"/>
              <a:buChar char="▪"/>
              <a:defRPr/>
            </a:lvl1pPr>
            <a:lvl2pPr indent="-342900" lvl="1" marL="914400" rtl="0"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23850" lvl="2" marL="1371600" rtl="0">
              <a:spcBef>
                <a:spcPts val="375"/>
              </a:spcBef>
              <a:spcAft>
                <a:spcPts val="0"/>
              </a:spcAft>
              <a:buSzPts val="1500"/>
              <a:buChar char="▪"/>
              <a:defRPr/>
            </a:lvl3pPr>
            <a:lvl4pPr indent="-311150" lvl="3" marL="1828800" rtl="0">
              <a:spcBef>
                <a:spcPts val="375"/>
              </a:spcBef>
              <a:spcAft>
                <a:spcPts val="0"/>
              </a:spcAft>
              <a:buSzPts val="1300"/>
              <a:buChar char="▪"/>
              <a:defRPr/>
            </a:lvl4pPr>
            <a:lvl5pPr indent="-298450" lvl="4" marL="2286000" rtl="0"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rtl="0"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rtl="0"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rtl="0"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rtl="0">
              <a:spcBef>
                <a:spcPts val="375"/>
              </a:spcBef>
              <a:spcAft>
                <a:spcPts val="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294" name="Google Shape;29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Subtitle and Content">
  <p:cSld name="1_Title, Subtitle and Conten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 txBox="1"/>
          <p:nvPr>
            <p:ph type="title"/>
          </p:nvPr>
        </p:nvSpPr>
        <p:spPr>
          <a:xfrm>
            <a:off x="342900" y="171450"/>
            <a:ext cx="843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62"/>
          <p:cNvSpPr txBox="1"/>
          <p:nvPr>
            <p:ph idx="1" type="body"/>
          </p:nvPr>
        </p:nvSpPr>
        <p:spPr>
          <a:xfrm>
            <a:off x="345734" y="1602398"/>
            <a:ext cx="8444700" cy="30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302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/>
            </a:lvl1pPr>
            <a:lvl2pPr indent="-2921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3pPr>
            <a:lvl4pPr indent="-2921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4pPr>
            <a:lvl5pPr indent="-2921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▪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8" name="Google Shape;298;p62"/>
          <p:cNvSpPr txBox="1"/>
          <p:nvPr>
            <p:ph idx="2" type="body"/>
          </p:nvPr>
        </p:nvSpPr>
        <p:spPr>
          <a:xfrm>
            <a:off x="345281" y="857249"/>
            <a:ext cx="843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5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Title &amp; Subtitle">
  <p:cSld name="OBJECT_1_2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3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 Medium"/>
              <a:buNone/>
              <a:defRPr i="0" sz="3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01" name="Google Shape;301;p63"/>
          <p:cNvSpPr txBox="1"/>
          <p:nvPr>
            <p:ph idx="1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spcBef>
                <a:spcPts val="750"/>
              </a:spcBef>
              <a:spcAft>
                <a:spcPts val="0"/>
              </a:spcAft>
              <a:buSzPts val="1800"/>
              <a:buFont typeface="DM Sans Medium"/>
              <a:buNone/>
              <a:defRPr sz="18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375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375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63"/>
          <p:cNvSpPr txBox="1"/>
          <p:nvPr/>
        </p:nvSpPr>
        <p:spPr>
          <a:xfrm>
            <a:off x="1678925" y="2736725"/>
            <a:ext cx="250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4"/>
          <p:cNvSpPr txBox="1"/>
          <p:nvPr>
            <p:ph type="ctrTitle"/>
          </p:nvPr>
        </p:nvSpPr>
        <p:spPr>
          <a:xfrm>
            <a:off x="1143012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64"/>
          <p:cNvSpPr txBox="1"/>
          <p:nvPr>
            <p:ph idx="1" type="subTitle"/>
          </p:nvPr>
        </p:nvSpPr>
        <p:spPr>
          <a:xfrm>
            <a:off x="1143012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3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06" name="Google Shape;306;p64"/>
          <p:cNvSpPr txBox="1"/>
          <p:nvPr>
            <p:ph idx="10" type="dt"/>
          </p:nvPr>
        </p:nvSpPr>
        <p:spPr>
          <a:xfrm>
            <a:off x="62865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64"/>
          <p:cNvSpPr txBox="1"/>
          <p:nvPr>
            <p:ph idx="11" type="ftr"/>
          </p:nvPr>
        </p:nvSpPr>
        <p:spPr>
          <a:xfrm>
            <a:off x="3028981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64"/>
          <p:cNvSpPr txBox="1"/>
          <p:nvPr>
            <p:ph idx="12" type="sldNum"/>
          </p:nvPr>
        </p:nvSpPr>
        <p:spPr>
          <a:xfrm>
            <a:off x="645801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Content C - 3 Column Cards">
  <p:cSld name="OBJECT_2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5"/>
          <p:cNvSpPr/>
          <p:nvPr/>
        </p:nvSpPr>
        <p:spPr>
          <a:xfrm>
            <a:off x="5986500" y="1369225"/>
            <a:ext cx="2700300" cy="331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5"/>
          <p:cNvSpPr/>
          <p:nvPr/>
        </p:nvSpPr>
        <p:spPr>
          <a:xfrm>
            <a:off x="3221800" y="1369225"/>
            <a:ext cx="2700300" cy="331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5"/>
          <p:cNvSpPr/>
          <p:nvPr/>
        </p:nvSpPr>
        <p:spPr>
          <a:xfrm>
            <a:off x="457200" y="1369225"/>
            <a:ext cx="2700300" cy="3317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5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14" name="Google Shape;314;p65"/>
          <p:cNvSpPr txBox="1"/>
          <p:nvPr>
            <p:ph idx="1" type="body"/>
          </p:nvPr>
        </p:nvSpPr>
        <p:spPr>
          <a:xfrm>
            <a:off x="571500" y="2119175"/>
            <a:ext cx="2418600" cy="24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5" name="Google Shape;315;p65"/>
          <p:cNvSpPr txBox="1"/>
          <p:nvPr>
            <p:ph idx="2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spcBef>
                <a:spcPts val="750"/>
              </a:spcBef>
              <a:spcAft>
                <a:spcPts val="0"/>
              </a:spcAft>
              <a:buSzPts val="21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375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375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65"/>
          <p:cNvSpPr txBox="1"/>
          <p:nvPr>
            <p:ph idx="3" type="body"/>
          </p:nvPr>
        </p:nvSpPr>
        <p:spPr>
          <a:xfrm>
            <a:off x="3362700" y="2119175"/>
            <a:ext cx="2418600" cy="24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7" name="Google Shape;317;p65"/>
          <p:cNvSpPr txBox="1"/>
          <p:nvPr>
            <p:ph idx="4" type="body"/>
          </p:nvPr>
        </p:nvSpPr>
        <p:spPr>
          <a:xfrm>
            <a:off x="6127350" y="2119175"/>
            <a:ext cx="2418600" cy="24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8" name="Google Shape;318;p65"/>
          <p:cNvSpPr txBox="1"/>
          <p:nvPr>
            <p:ph idx="5" type="subTitle"/>
          </p:nvPr>
        </p:nvSpPr>
        <p:spPr>
          <a:xfrm>
            <a:off x="589700" y="1477752"/>
            <a:ext cx="2400300" cy="482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lvl="1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9" name="Google Shape;319;p65"/>
          <p:cNvSpPr txBox="1"/>
          <p:nvPr>
            <p:ph idx="6" type="subTitle"/>
          </p:nvPr>
        </p:nvSpPr>
        <p:spPr>
          <a:xfrm>
            <a:off x="3371850" y="1477752"/>
            <a:ext cx="2400300" cy="482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lvl="1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0" name="Google Shape;320;p65"/>
          <p:cNvSpPr txBox="1"/>
          <p:nvPr>
            <p:ph idx="7" type="subTitle"/>
          </p:nvPr>
        </p:nvSpPr>
        <p:spPr>
          <a:xfrm>
            <a:off x="6136500" y="1477752"/>
            <a:ext cx="2400300" cy="482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lvl="1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1" name="Google Shape;321;p65"/>
          <p:cNvSpPr txBox="1"/>
          <p:nvPr>
            <p:ph idx="12" type="sldNum"/>
          </p:nvPr>
        </p:nvSpPr>
        <p:spPr>
          <a:xfrm>
            <a:off x="8151887" y="4763726"/>
            <a:ext cx="500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Content C - 3 Column w/ Icon Spot">
  <p:cSld name="OBJECT_2_1_1_2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6"/>
          <p:cNvSpPr txBox="1"/>
          <p:nvPr>
            <p:ph type="title"/>
          </p:nvPr>
        </p:nvSpPr>
        <p:spPr>
          <a:xfrm>
            <a:off x="562074" y="401698"/>
            <a:ext cx="7996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24" name="Google Shape;324;p66"/>
          <p:cNvSpPr txBox="1"/>
          <p:nvPr>
            <p:ph idx="1" type="body"/>
          </p:nvPr>
        </p:nvSpPr>
        <p:spPr>
          <a:xfrm>
            <a:off x="571500" y="2990175"/>
            <a:ext cx="24186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5" name="Google Shape;325;p66"/>
          <p:cNvSpPr txBox="1"/>
          <p:nvPr>
            <p:ph idx="2" type="subTitle"/>
          </p:nvPr>
        </p:nvSpPr>
        <p:spPr>
          <a:xfrm>
            <a:off x="573750" y="881027"/>
            <a:ext cx="7996500" cy="437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spcBef>
                <a:spcPts val="750"/>
              </a:spcBef>
              <a:spcAft>
                <a:spcPts val="0"/>
              </a:spcAft>
              <a:buSzPts val="21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375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375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375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6" name="Google Shape;326;p66"/>
          <p:cNvSpPr txBox="1"/>
          <p:nvPr>
            <p:ph idx="3" type="body"/>
          </p:nvPr>
        </p:nvSpPr>
        <p:spPr>
          <a:xfrm>
            <a:off x="3362700" y="2990175"/>
            <a:ext cx="24186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7" name="Google Shape;327;p66"/>
          <p:cNvSpPr txBox="1"/>
          <p:nvPr>
            <p:ph idx="4" type="subTitle"/>
          </p:nvPr>
        </p:nvSpPr>
        <p:spPr>
          <a:xfrm>
            <a:off x="589700" y="2344975"/>
            <a:ext cx="2400300" cy="482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lvl="1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8" name="Google Shape;328;p66"/>
          <p:cNvSpPr txBox="1"/>
          <p:nvPr>
            <p:ph idx="5" type="subTitle"/>
          </p:nvPr>
        </p:nvSpPr>
        <p:spPr>
          <a:xfrm>
            <a:off x="3371850" y="2344975"/>
            <a:ext cx="2400300" cy="482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lvl="1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9" name="Google Shape;329;p66"/>
          <p:cNvSpPr txBox="1"/>
          <p:nvPr>
            <p:ph idx="6" type="body"/>
          </p:nvPr>
        </p:nvSpPr>
        <p:spPr>
          <a:xfrm>
            <a:off x="6127350" y="2990175"/>
            <a:ext cx="24186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  <a:defRPr i="0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0" name="Google Shape;330;p66"/>
          <p:cNvSpPr txBox="1"/>
          <p:nvPr>
            <p:ph idx="7" type="subTitle"/>
          </p:nvPr>
        </p:nvSpPr>
        <p:spPr>
          <a:xfrm>
            <a:off x="6136500" y="2344977"/>
            <a:ext cx="2400300" cy="482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>
            <a:lvl1pPr lv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lvl="1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331" name="Google Shape;331;p66"/>
          <p:cNvCxnSpPr/>
          <p:nvPr/>
        </p:nvCxnSpPr>
        <p:spPr>
          <a:xfrm>
            <a:off x="5951911" y="1419025"/>
            <a:ext cx="0" cy="33195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332" name="Google Shape;332;p66"/>
          <p:cNvCxnSpPr/>
          <p:nvPr/>
        </p:nvCxnSpPr>
        <p:spPr>
          <a:xfrm>
            <a:off x="3178213" y="1419025"/>
            <a:ext cx="0" cy="33195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333" name="Google Shape;333;p66"/>
          <p:cNvSpPr txBox="1"/>
          <p:nvPr>
            <p:ph idx="12" type="sldNum"/>
          </p:nvPr>
        </p:nvSpPr>
        <p:spPr>
          <a:xfrm>
            <a:off x="8151887" y="4763726"/>
            <a:ext cx="500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7"/>
          <p:cNvSpPr txBox="1"/>
          <p:nvPr>
            <p:ph idx="1" type="body"/>
          </p:nvPr>
        </p:nvSpPr>
        <p:spPr>
          <a:xfrm>
            <a:off x="285752" y="678760"/>
            <a:ext cx="85725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b="1" sz="1200"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336" name="Google Shape;336;p67"/>
          <p:cNvSpPr txBox="1"/>
          <p:nvPr>
            <p:ph type="title"/>
          </p:nvPr>
        </p:nvSpPr>
        <p:spPr>
          <a:xfrm>
            <a:off x="285752" y="94845"/>
            <a:ext cx="85725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57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48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2.xml"/><Relationship Id="rId53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45737" y="273845"/>
            <a:ext cx="8445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rlow"/>
              <a:buNone/>
              <a:defRPr b="0" i="0" sz="36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45737" y="1189436"/>
            <a:ext cx="84450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Barlow"/>
              <a:buChar char="▪"/>
              <a:defRPr i="0" sz="2100" u="none" cap="none" strike="noStrike">
                <a:solidFill>
                  <a:srgbClr val="3A383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Barlow"/>
              <a:buChar char="▪"/>
              <a:defRPr i="0" sz="1800" u="none" cap="none" strike="noStrike">
                <a:solidFill>
                  <a:srgbClr val="3A3838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Barlow"/>
              <a:buChar char="▪"/>
              <a:defRPr i="0" sz="1500" u="none" cap="none" strike="noStrike">
                <a:solidFill>
                  <a:srgbClr val="3A3838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Barlow"/>
              <a:buChar char="▪"/>
              <a:defRPr i="0" sz="1300" u="none" cap="none" strike="noStrike">
                <a:solidFill>
                  <a:srgbClr val="3A3838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Barlow"/>
              <a:buChar char="▪"/>
              <a:defRPr i="0" sz="1100" u="none" cap="none" strike="noStrike">
                <a:solidFill>
                  <a:srgbClr val="3A3838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Barlow"/>
              <a:buChar char="▪"/>
              <a:defRPr i="0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Barlow"/>
              <a:buChar char="▪"/>
              <a:defRPr i="0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Barlow"/>
              <a:buChar char="▪"/>
              <a:defRPr i="0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Barlow"/>
              <a:buChar char="▪"/>
              <a:defRPr i="0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5736" y="4761293"/>
            <a:ext cx="1019018" cy="1587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8"/>
          <p:cNvSpPr txBox="1"/>
          <p:nvPr>
            <p:ph type="title"/>
          </p:nvPr>
        </p:nvSpPr>
        <p:spPr>
          <a:xfrm>
            <a:off x="421646" y="301275"/>
            <a:ext cx="8333100" cy="297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[Databricks 구축 오퍼링] 금융권 AI 에이전트 구축 </a:t>
            </a:r>
            <a:endParaRPr sz="2700"/>
          </a:p>
        </p:txBody>
      </p:sp>
      <p:sp>
        <p:nvSpPr>
          <p:cNvPr id="342" name="Google Shape;342;p68"/>
          <p:cNvSpPr/>
          <p:nvPr/>
        </p:nvSpPr>
        <p:spPr>
          <a:xfrm>
            <a:off x="583200" y="3222125"/>
            <a:ext cx="3478500" cy="130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28625" rotWithShape="0" algn="bl" dir="5400000" dist="19050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8"/>
          <p:cNvSpPr txBox="1"/>
          <p:nvPr/>
        </p:nvSpPr>
        <p:spPr>
          <a:xfrm>
            <a:off x="1889150" y="3275800"/>
            <a:ext cx="24408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데이터 사이언티스트</a:t>
            </a: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 (1명)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시니어 프로젝트 매니져 (1명)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68"/>
          <p:cNvSpPr txBox="1"/>
          <p:nvPr/>
        </p:nvSpPr>
        <p:spPr>
          <a:xfrm>
            <a:off x="1522675" y="4202250"/>
            <a:ext cx="2301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4주 / </a:t>
            </a: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$100,000</a:t>
            </a:r>
            <a:endParaRPr sz="18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68"/>
          <p:cNvSpPr txBox="1"/>
          <p:nvPr/>
        </p:nvSpPr>
        <p:spPr>
          <a:xfrm>
            <a:off x="703225" y="3220375"/>
            <a:ext cx="10677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투입 인력 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68"/>
          <p:cNvSpPr txBox="1"/>
          <p:nvPr/>
        </p:nvSpPr>
        <p:spPr>
          <a:xfrm>
            <a:off x="4686329" y="791737"/>
            <a:ext cx="4217400" cy="4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대규모 언어 모델(LLM)을 최대한 효과적으로 활용하기 위한 자체 데이터셋 구축 방법에 대한 컨설팅 제공</a:t>
            </a:r>
            <a:b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1" sz="15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금융권 사례 기반 AI에이전트 모델 프로토타입 구축</a:t>
            </a:r>
            <a:endParaRPr sz="1100">
              <a:solidFill>
                <a:srgbClr val="1B3038"/>
              </a:solidFill>
            </a:endParaRPr>
          </a:p>
          <a:p>
            <a:pPr indent="-241300" lvl="0" marL="342900" rtl="0" algn="l">
              <a:spcBef>
                <a:spcPts val="500"/>
              </a:spcBef>
              <a:spcAft>
                <a:spcPts val="0"/>
              </a:spcAft>
              <a:buClr>
                <a:srgbClr val="1B5162"/>
              </a:buClr>
              <a:buSzPts val="1200"/>
              <a:buFont typeface="DM Sans"/>
              <a:buChar char="•"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데이터 정제 및 검색을 위한 벡터 데이터베이스 구축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41300" lvl="0" marL="342900" rtl="0" algn="l">
              <a:spcBef>
                <a:spcPts val="500"/>
              </a:spcBef>
              <a:spcAft>
                <a:spcPts val="0"/>
              </a:spcAft>
              <a:buClr>
                <a:srgbClr val="1B5162"/>
              </a:buClr>
              <a:buSzPts val="1200"/>
              <a:buFont typeface="DM Sans"/>
              <a:buChar char="•"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목적에 가장 적합한 오픈소스 LLM 식별 및 활용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41300" lvl="0" marL="342900" rtl="0" algn="l">
              <a:spcBef>
                <a:spcPts val="500"/>
              </a:spcBef>
              <a:spcAft>
                <a:spcPts val="0"/>
              </a:spcAft>
              <a:buClr>
                <a:srgbClr val="1B5162"/>
              </a:buClr>
              <a:buSzPts val="1200"/>
              <a:buFont typeface="DM Sans"/>
              <a:buChar char="•"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기본적인 모델 성능 평가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41300" lvl="0" marL="342900" rtl="0" algn="l">
              <a:spcBef>
                <a:spcPts val="500"/>
              </a:spcBef>
              <a:spcAft>
                <a:spcPts val="0"/>
              </a:spcAft>
              <a:buClr>
                <a:srgbClr val="1B5162"/>
              </a:buClr>
              <a:buSzPts val="1200"/>
              <a:buFont typeface="DM Sans"/>
              <a:buChar char="•"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내부 팀 역량 강화(Enablement) 지원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3429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AI 에이전트 배포를 위한 Model Serving 설정 및 향후 배포 단계 지원</a:t>
            </a:r>
            <a:endParaRPr b="1" sz="15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47" name="Google Shape;347;p68"/>
          <p:cNvCxnSpPr/>
          <p:nvPr/>
        </p:nvCxnSpPr>
        <p:spPr>
          <a:xfrm>
            <a:off x="4479950" y="1123806"/>
            <a:ext cx="0" cy="35175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348" name="Google Shape;348;p68"/>
          <p:cNvCxnSpPr/>
          <p:nvPr/>
        </p:nvCxnSpPr>
        <p:spPr>
          <a:xfrm>
            <a:off x="1769124" y="3260213"/>
            <a:ext cx="1800" cy="1228800"/>
          </a:xfrm>
          <a:prstGeom prst="straightConnector1">
            <a:avLst/>
          </a:prstGeom>
          <a:noFill/>
          <a:ln cap="flat" cmpd="sng" w="9525">
            <a:solidFill>
              <a:srgbClr val="C4CCD6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349" name="Google Shape;349;p68"/>
          <p:cNvSpPr txBox="1"/>
          <p:nvPr/>
        </p:nvSpPr>
        <p:spPr>
          <a:xfrm>
            <a:off x="666774" y="4202250"/>
            <a:ext cx="114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139"/>
                </a:solidFill>
                <a:latin typeface="DM Sans"/>
                <a:ea typeface="DM Sans"/>
                <a:cs typeface="DM Sans"/>
                <a:sym typeface="DM Sans"/>
              </a:rPr>
              <a:t>기간 및 비용</a:t>
            </a:r>
            <a:endParaRPr sz="1200">
              <a:solidFill>
                <a:srgbClr val="1B313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0" name="Google Shape;350;p68"/>
          <p:cNvCxnSpPr/>
          <p:nvPr/>
        </p:nvCxnSpPr>
        <p:spPr>
          <a:xfrm flipH="1">
            <a:off x="821244" y="4084817"/>
            <a:ext cx="3002400" cy="17100"/>
          </a:xfrm>
          <a:prstGeom prst="straightConnector1">
            <a:avLst/>
          </a:prstGeom>
          <a:noFill/>
          <a:ln cap="flat" cmpd="sng" w="9525">
            <a:solidFill>
              <a:srgbClr val="C4CCD6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351" name="Google Shape;351;p68"/>
          <p:cNvSpPr/>
          <p:nvPr/>
        </p:nvSpPr>
        <p:spPr>
          <a:xfrm>
            <a:off x="583196" y="1977141"/>
            <a:ext cx="3478500" cy="102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28625" rotWithShape="0" algn="bl" dir="5400000" dist="190500">
              <a:srgbClr val="000000">
                <a:alpha val="98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8"/>
          <p:cNvSpPr txBox="1"/>
          <p:nvPr/>
        </p:nvSpPr>
        <p:spPr>
          <a:xfrm>
            <a:off x="716861" y="2048618"/>
            <a:ext cx="31776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B5162"/>
                </a:solidFill>
                <a:latin typeface="DM Sans"/>
                <a:ea typeface="DM Sans"/>
                <a:cs typeface="DM Sans"/>
                <a:sym typeface="DM Sans"/>
              </a:rPr>
              <a:t>LLM 기반 금융권 AI 에이전트 모델의 레퍼런스 아키텍처 및 구현 제공</a:t>
            </a:r>
            <a:endParaRPr b="1" sz="1500">
              <a:solidFill>
                <a:srgbClr val="1B516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68"/>
          <p:cNvSpPr/>
          <p:nvPr/>
        </p:nvSpPr>
        <p:spPr>
          <a:xfrm>
            <a:off x="583196" y="1254338"/>
            <a:ext cx="3546600" cy="498300"/>
          </a:xfrm>
          <a:prstGeom prst="homePlate">
            <a:avLst>
              <a:gd fmla="val 45506" name="adj"/>
            </a:avLst>
          </a:prstGeom>
          <a:solidFill>
            <a:srgbClr val="1B5162"/>
          </a:solidFill>
          <a:ln>
            <a:noFill/>
          </a:ln>
          <a:effectLst>
            <a:outerShdw blurRad="428625" rotWithShape="0" algn="bl" dir="5400000" dist="190500">
              <a:srgbClr val="000000">
                <a:alpha val="109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8"/>
          <p:cNvSpPr/>
          <p:nvPr/>
        </p:nvSpPr>
        <p:spPr>
          <a:xfrm>
            <a:off x="1104800" y="1351075"/>
            <a:ext cx="2856600" cy="292500"/>
          </a:xfrm>
          <a:prstGeom prst="rect">
            <a:avLst/>
          </a:prstGeom>
          <a:solidFill>
            <a:srgbClr val="1B5162"/>
          </a:solidFill>
          <a:ln cap="flat" cmpd="sng" w="19050">
            <a:solidFill>
              <a:srgbClr val="1B51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b="1" lang="en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PS </a:t>
            </a:r>
            <a:r>
              <a:rPr b="1" i="0" lang="en" sz="1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Offering</a:t>
            </a:r>
            <a:endParaRPr b="1" i="0" sz="17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68"/>
          <p:cNvSpPr/>
          <p:nvPr/>
        </p:nvSpPr>
        <p:spPr>
          <a:xfrm>
            <a:off x="583196" y="1258631"/>
            <a:ext cx="6366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AB00"/>
                </a:solidFill>
                <a:latin typeface="DM Sans"/>
                <a:ea typeface="DM Sans"/>
                <a:cs typeface="DM Sans"/>
                <a:sym typeface="DM Sans"/>
              </a:rPr>
              <a:t>Hands On</a:t>
            </a:r>
            <a:endParaRPr b="1" i="0" sz="800" u="none" cap="none" strike="noStrike">
              <a:solidFill>
                <a:srgbClr val="FFAB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bricks New Brand 16x9">
  <a:themeElements>
    <a:clrScheme name="Databricks 2020">
      <a:dk1>
        <a:srgbClr val="1B3038"/>
      </a:dk1>
      <a:lt1>
        <a:srgbClr val="FFFFFF"/>
      </a:lt1>
      <a:dk2>
        <a:srgbClr val="1B5161"/>
      </a:dk2>
      <a:lt2>
        <a:srgbClr val="E7E6E6"/>
      </a:lt2>
      <a:accent1>
        <a:srgbClr val="1B3038"/>
      </a:accent1>
      <a:accent2>
        <a:srgbClr val="FF3620"/>
      </a:accent2>
      <a:accent3>
        <a:srgbClr val="1B5161"/>
      </a:accent3>
      <a:accent4>
        <a:srgbClr val="FFAB00"/>
      </a:accent4>
      <a:accent5>
        <a:srgbClr val="618793"/>
      </a:accent5>
      <a:accent6>
        <a:srgbClr val="A0ACBE"/>
      </a:accent6>
      <a:hlink>
        <a:srgbClr val="98102A"/>
      </a:hlink>
      <a:folHlink>
        <a:srgbClr val="7D531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